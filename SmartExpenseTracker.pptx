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Daily Expense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Budget Tracking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3657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·  School of Electronics Engineering, KIIT University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Aadya Mudila  ·  Akanksha Shreya  ·  Arushi Ash  ·  Kunal Kriti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Dr. Deepak Kumar Rout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struggle to monitor daily expenses, maintain budgets, and understand spending patterns.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web platform for tracking expenses, budgets, savings goals, and visual reports.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Users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Individuals managing personal finances  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Optional system-level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· Flask · SQLite · Jinja2 · Chart.js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60604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with SHA-256 hashed passwords and session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0604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6276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expenses across 8 categories with date tracking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0604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16276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spending limits; get warned when limits are exceeded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260604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15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30449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daily/weekly/monthly/yearly savings goals and track progress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606040"/>
            <a:ext cx="260604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715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0" y="30449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monthly breakdowns with 6-month trend comparison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606040"/>
            <a:ext cx="260604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715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30449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pie and bar charts via Chart.js for instant visual insight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 ·  Reports UI  ·  Charts UI  ·  Login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93392"/>
            <a:ext cx="8229600" cy="7315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66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3408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 ·  Expense Manager  ·  Budget Manager  ·  Goal Tracker  ·  Report Generator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724912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43784"/>
            <a:ext cx="8229600" cy="7315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1912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DAO  ·  Expense DAO  ·  Budget DAO  ·  Goal DAO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3575304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94176"/>
            <a:ext cx="822960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67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40416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·  users  ·  expenses  ·  budgets  ·  goals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7830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1783080" cy="111556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PK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37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93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UNIQUE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1188720"/>
            <a:ext cx="17830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188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536192"/>
            <a:ext cx="1783080" cy="16276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581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expense_id  PK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1837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FK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093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862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1188720"/>
            <a:ext cx="17830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188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1536192"/>
            <a:ext cx="1783080" cy="111556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581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budget_id  PK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837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FK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093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monthly_limit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0" y="1188720"/>
            <a:ext cx="17830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188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1536192"/>
            <a:ext cx="1783080" cy="16276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1581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goal_id  PK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06640" y="1837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FK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2093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target_amount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saved_amount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0" y="2862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linked to users via user_id foreign key  ·  SQLite with WAL mode for reliability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 DECISIONS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DB queries via SQLite indexing; Chart.js renders client-side to reduce server load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 · login_required decorator on all protected routes · session isolation per user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8229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HTML/Jinja2 templates · minimal navigation · responsive chart sizing for all screen sizes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57600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931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SQLite transactions with conn.commit() · foreign key constraints prevent orphaned records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80467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CRUD expense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Monthly budget monitoring &amp; alerts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Daily / weekly / monthly goal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Interactive Chart.js visualizations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64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Secure session-based authentication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0" cy="3566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08760"/>
            <a:ext cx="5486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(iOS / Android)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5486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synchronization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5486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expense prediction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5486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PDF export of reports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·  KIIT University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Daily Expense and Budget Tracking System</dc:title>
  <dc:subject>PptxGenJS Presentation</dc:subject>
  <dc:creator>PptxGenJS</dc:creator>
  <cp:lastModifiedBy>PptxGenJS</cp:lastModifiedBy>
  <cp:revision>1</cp:revision>
  <dcterms:created xsi:type="dcterms:W3CDTF">2026-04-17T13:50:40Z</dcterms:created>
  <dcterms:modified xsi:type="dcterms:W3CDTF">2026-04-17T13:50:40Z</dcterms:modified>
</cp:coreProperties>
</file>